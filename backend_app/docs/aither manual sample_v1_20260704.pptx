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1DD4-C495-4E74-9A50-F3476E57E014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A1ED2-70E1-4701-AF66-C60EE9A78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521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1DD4-C495-4E74-9A50-F3476E57E014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A1ED2-70E1-4701-AF66-C60EE9A78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4358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1DD4-C495-4E74-9A50-F3476E57E014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A1ED2-70E1-4701-AF66-C60EE9A78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12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1DD4-C495-4E74-9A50-F3476E57E014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A1ED2-70E1-4701-AF66-C60EE9A78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511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1DD4-C495-4E74-9A50-F3476E57E014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A1ED2-70E1-4701-AF66-C60EE9A78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576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1DD4-C495-4E74-9A50-F3476E57E014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A1ED2-70E1-4701-AF66-C60EE9A78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1491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1DD4-C495-4E74-9A50-F3476E57E014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A1ED2-70E1-4701-AF66-C60EE9A78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421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1DD4-C495-4E74-9A50-F3476E57E014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A1ED2-70E1-4701-AF66-C60EE9A78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62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1DD4-C495-4E74-9A50-F3476E57E014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A1ED2-70E1-4701-AF66-C60EE9A78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517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1DD4-C495-4E74-9A50-F3476E57E014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A1ED2-70E1-4701-AF66-C60EE9A78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432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1DD4-C495-4E74-9A50-F3476E57E014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A1ED2-70E1-4701-AF66-C60EE9A78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072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C1DD4-C495-4E74-9A50-F3476E57E014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A1ED2-70E1-4701-AF66-C60EE9A78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340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아이테르 </a:t>
            </a:r>
            <a:r>
              <a:rPr lang="en-US" altLang="ko-KR" dirty="0" smtClean="0"/>
              <a:t>#9041 </a:t>
            </a:r>
            <a:r>
              <a:rPr lang="ko-KR" altLang="en-US" dirty="0" smtClean="0"/>
              <a:t>매뉴얼</a:t>
            </a:r>
            <a:endParaRPr lang="ko-KR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445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indows-cdn.softpedia.com/screenshots/Home-Banking-System_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58" y="552314"/>
            <a:ext cx="6391874" cy="4793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431985" y="2329132"/>
            <a:ext cx="4779034" cy="793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Sample 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9728" y="1449238"/>
            <a:ext cx="3157268" cy="1552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7065034" y="552314"/>
            <a:ext cx="48394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화면 목적</a:t>
            </a:r>
            <a:r>
              <a:rPr lang="en-US" altLang="ko-KR" dirty="0" smtClean="0"/>
              <a:t>: </a:t>
            </a:r>
            <a:r>
              <a:rPr lang="ko-KR" altLang="en-US" dirty="0" smtClean="0"/>
              <a:t>아이테르 유저 관리</a:t>
            </a:r>
            <a:endParaRPr lang="en-US" altLang="ko-KR" dirty="0" smtClean="0"/>
          </a:p>
          <a:p>
            <a:r>
              <a:rPr lang="ko-KR" altLang="en-US" dirty="0" smtClean="0"/>
              <a:t>거래구분</a:t>
            </a:r>
            <a:r>
              <a:rPr lang="en-US" altLang="ko-KR" dirty="0" smtClean="0"/>
              <a:t>: 1-</a:t>
            </a:r>
            <a:r>
              <a:rPr lang="ko-KR" altLang="en-US" dirty="0" smtClean="0"/>
              <a:t>등록</a:t>
            </a:r>
            <a:r>
              <a:rPr lang="en-US" altLang="ko-KR" dirty="0" smtClean="0"/>
              <a:t>/ 2-</a:t>
            </a:r>
            <a:r>
              <a:rPr lang="ko-KR" altLang="en-US" dirty="0" smtClean="0"/>
              <a:t>변경</a:t>
            </a:r>
            <a:r>
              <a:rPr lang="en-US" altLang="ko-KR" dirty="0" smtClean="0"/>
              <a:t>/ 3-</a:t>
            </a:r>
            <a:r>
              <a:rPr lang="ko-KR" altLang="en-US" dirty="0" smtClean="0"/>
              <a:t>조회</a:t>
            </a:r>
            <a:r>
              <a:rPr lang="en-US" altLang="ko-KR" dirty="0" smtClean="0"/>
              <a:t>/ 4-</a:t>
            </a:r>
            <a:r>
              <a:rPr lang="ko-KR" altLang="en-US" dirty="0" smtClean="0"/>
              <a:t>삭제</a:t>
            </a:r>
            <a:endParaRPr lang="en-US" altLang="ko-KR" dirty="0" smtClean="0"/>
          </a:p>
          <a:p>
            <a:r>
              <a:rPr lang="ko-KR" altLang="en-US" dirty="0" smtClean="0"/>
              <a:t>담당팀</a:t>
            </a:r>
            <a:r>
              <a:rPr lang="en-US" altLang="ko-KR" dirty="0" smtClean="0"/>
              <a:t>: DS</a:t>
            </a:r>
            <a:r>
              <a:rPr lang="ko-KR" altLang="en-US" dirty="0" smtClean="0"/>
              <a:t>공통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r>
              <a:rPr lang="ko-KR" altLang="en-US" dirty="0" smtClean="0"/>
              <a:t>담당자</a:t>
            </a:r>
            <a:r>
              <a:rPr lang="en-US" altLang="ko-KR" dirty="0" smtClean="0"/>
              <a:t>: </a:t>
            </a:r>
            <a:r>
              <a:rPr lang="ko-KR" altLang="en-US" dirty="0" smtClean="0"/>
              <a:t>국가별로 지정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캐나다</a:t>
            </a:r>
            <a:r>
              <a:rPr lang="en-US" altLang="ko-KR" dirty="0" smtClean="0"/>
              <a:t>,</a:t>
            </a:r>
            <a:r>
              <a:rPr lang="ko-KR" altLang="en-US" dirty="0" smtClean="0"/>
              <a:t>뉴욕</a:t>
            </a:r>
            <a:r>
              <a:rPr lang="en-US" altLang="ko-KR" dirty="0" smtClean="0"/>
              <a:t>,</a:t>
            </a:r>
            <a:r>
              <a:rPr lang="ko-KR" altLang="en-US" dirty="0" smtClean="0"/>
              <a:t>인도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멕시코</a:t>
            </a:r>
            <a:r>
              <a:rPr lang="en-US" altLang="ko-KR" dirty="0" smtClean="0"/>
              <a:t>: </a:t>
            </a:r>
            <a:r>
              <a:rPr lang="ko-KR" altLang="en-US" dirty="0" smtClean="0"/>
              <a:t>김연지 프로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캄보디아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마닐라</a:t>
            </a:r>
            <a:r>
              <a:rPr lang="en-US" altLang="ko-KR" dirty="0" smtClean="0"/>
              <a:t>,</a:t>
            </a:r>
            <a:r>
              <a:rPr lang="ko-KR" altLang="en-US" dirty="0" smtClean="0"/>
              <a:t>미국</a:t>
            </a:r>
            <a:r>
              <a:rPr lang="en-US" altLang="ko-KR" dirty="0" smtClean="0"/>
              <a:t>: </a:t>
            </a:r>
            <a:r>
              <a:rPr lang="ko-KR" altLang="en-US" dirty="0" smtClean="0"/>
              <a:t>김일봉 프로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MMC, </a:t>
            </a:r>
            <a:r>
              <a:rPr lang="ko-KR" altLang="en-US" dirty="0" smtClean="0"/>
              <a:t>일본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중국</a:t>
            </a:r>
            <a:r>
              <a:rPr lang="en-US" altLang="ko-KR" dirty="0" smtClean="0"/>
              <a:t>,</a:t>
            </a:r>
            <a:r>
              <a:rPr lang="ko-KR" altLang="en-US" dirty="0"/>
              <a:t> </a:t>
            </a:r>
            <a:r>
              <a:rPr lang="ko-KR" altLang="en-US" dirty="0" smtClean="0"/>
              <a:t>카자흐스탄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정호진 프로</a:t>
            </a:r>
            <a:endParaRPr lang="en-US" altLang="ko-KR" dirty="0" smtClean="0"/>
          </a:p>
          <a:p>
            <a:r>
              <a:rPr lang="ko-KR" altLang="en-US" dirty="0" smtClean="0"/>
              <a:t>우즈베키스탄</a:t>
            </a:r>
            <a:r>
              <a:rPr lang="en-US" altLang="ko-KR" dirty="0" smtClean="0"/>
              <a:t>: </a:t>
            </a:r>
            <a:r>
              <a:rPr lang="ko-KR" altLang="en-US" dirty="0" smtClean="0"/>
              <a:t>미정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61719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아이테르 </a:t>
            </a:r>
            <a:r>
              <a:rPr lang="en-US" altLang="ko-KR" dirty="0" smtClean="0"/>
              <a:t>#9041 </a:t>
            </a:r>
            <a:r>
              <a:rPr lang="ko-KR" altLang="en-US" smtClean="0"/>
              <a:t>화면 기능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dirty="0" err="1" smtClean="0"/>
              <a:t>Aither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사용자 관리 매뉴얼</a:t>
            </a:r>
          </a:p>
          <a:p>
            <a:endParaRPr lang="ko-KR" altLang="en-US" dirty="0" smtClean="0"/>
          </a:p>
          <a:p>
            <a:r>
              <a:rPr lang="en-US" altLang="ko-KR" dirty="0" smtClean="0"/>
              <a:t>1. </a:t>
            </a:r>
            <a:r>
              <a:rPr lang="ko-KR" altLang="en-US" dirty="0" smtClean="0"/>
              <a:t>로그인</a:t>
            </a:r>
          </a:p>
          <a:p>
            <a:r>
              <a:rPr lang="ko-KR" altLang="en-US" dirty="0" smtClean="0"/>
              <a:t>사용자는 사번과 비밀번호로 로그인한다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2. </a:t>
            </a:r>
            <a:r>
              <a:rPr lang="ko-KR" altLang="en-US" dirty="0" smtClean="0"/>
              <a:t>사용자 등록</a:t>
            </a:r>
          </a:p>
          <a:p>
            <a:r>
              <a:rPr lang="ko-KR" altLang="en-US" dirty="0" smtClean="0"/>
              <a:t>관리자는 사용자 관리 메뉴에서 신규 사용자를 등록할 수 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3. </a:t>
            </a:r>
            <a:r>
              <a:rPr lang="ko-KR" altLang="en-US" dirty="0" smtClean="0"/>
              <a:t>권한 부여</a:t>
            </a:r>
          </a:p>
          <a:p>
            <a:r>
              <a:rPr lang="ko-KR" altLang="en-US" dirty="0" smtClean="0"/>
              <a:t>사용자 등록 후 업무 권한을 선택하고 저장한다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4. </a:t>
            </a:r>
            <a:r>
              <a:rPr lang="ko-KR" altLang="en-US" dirty="0" smtClean="0"/>
              <a:t>비밀번호 초기화</a:t>
            </a:r>
          </a:p>
          <a:p>
            <a:r>
              <a:rPr lang="ko-KR" altLang="en-US" dirty="0" smtClean="0"/>
              <a:t>비밀번호를 잊은 사용자는 관리자에게 초기화를 요청한다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0286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83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Theme</vt:lpstr>
      <vt:lpstr>아이테르 #9041 매뉴얼</vt:lpstr>
      <vt:lpstr>PowerPoint Presentation</vt:lpstr>
      <vt:lpstr>아이테르 #9041 화면 기능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5</cp:revision>
  <dcterms:created xsi:type="dcterms:W3CDTF">2026-07-04T09:25:26Z</dcterms:created>
  <dcterms:modified xsi:type="dcterms:W3CDTF">2026-07-04T09:46:25Z</dcterms:modified>
</cp:coreProperties>
</file>